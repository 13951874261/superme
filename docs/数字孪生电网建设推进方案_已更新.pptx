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31" name="未知用户273" initials="未" lastIdx="0" clrIdx="630"/>
  <p:cmAuthor id="1" name="a" initials="a" lastIdx="0" clrIdx="0"/>
  <p:cmAuthor id="632" name="未知用户279" initials="未" lastIdx="0" clrIdx="631"/>
  <p:cmAuthor id="2" name="亮 王" initials="亮" lastIdx="0" clrIdx="1"/>
  <p:cmAuthor id="633" name="未知用户233" initials="未" lastIdx="0" clrIdx="632"/>
  <p:cmAuthor id="3" name="Smile-zhong" initials="S" lastIdx="0" clrIdx="2"/>
  <p:cmAuthor id="634" name="未知用户229" initials="未" lastIdx="0" clrIdx="633"/>
  <p:cmAuthor id="4" name="张逸晨" initials="张" lastIdx="0" clrIdx="3"/>
  <p:cmAuthor id="635" name="未知用户234" initials="未" lastIdx="0" clrIdx="634"/>
  <p:cmAuthor id="5" name=" " initials="" lastIdx="0" clrIdx="4"/>
  <p:cmAuthor id="636" name="未知用户274" initials="未" lastIdx="0" clrIdx="635"/>
  <p:cmAuthor id="6" name="824683100@qq.com" initials="8" lastIdx="0" clrIdx="5"/>
  <p:cmAuthor id="637" name="未知用户236" initials="未" lastIdx="0" clrIdx="636"/>
  <p:cmAuthor id="7" name="雨林木风" initials="雨" lastIdx="0" clrIdx="6"/>
  <p:cmAuthor id="638" name="未知用户280" initials="未" lastIdx="0" clrIdx="637"/>
  <p:cmAuthor id="8" name="肖 金超" initials="肖" lastIdx="0" clrIdx="7"/>
  <p:cmAuthor id="639" name="一" initials="一" lastIdx="0" clrIdx="638"/>
  <p:cmAuthor id="9" name="张洁01-lhq" initials="张" lastIdx="0" clrIdx="8"/>
  <p:cmAuthor id="640" name="未知用户238" initials="未" lastIdx="0" clrIdx="639"/>
  <p:cmAuthor id="10" name="Administrator" initials="A" lastIdx="0" clrIdx="9"/>
  <p:cmAuthor id="641" name="未知用户239" initials="未" lastIdx="0" clrIdx="640"/>
  <p:cmAuthor id="11" name="池依曼" initials="池" lastIdx="0" clrIdx="10"/>
  <p:cmAuthor id="642" name="未知用户240" initials="未" lastIdx="0" clrIdx="641"/>
  <p:cmAuthor id="12" name="李 闽川" initials="李" lastIdx="0" clrIdx="11"/>
  <p:cmAuthor id="643" name="未知用户241" initials="未" lastIdx="0" clrIdx="642"/>
  <p:cmAuthor id="13" name="未知用户219" initials="未" lastIdx="0" clrIdx="12"/>
  <p:cmAuthor id="644" name="未知用户242" initials="未" lastIdx="0" clrIdx="643"/>
  <p:cmAuthor id="14" name="熊 根鑫" initials="熊" lastIdx="0" clrIdx="13"/>
  <p:cmAuthor id="645" name="未知用户243" initials="未" lastIdx="0" clrIdx="644"/>
  <p:cmAuthor id="15" name="未知用户230" initials="未" lastIdx="0" clrIdx="14"/>
  <p:cmAuthor id="646" name="未知用户244" initials="未" lastIdx="0" clrIdx="645"/>
  <p:cmAuthor id="16" name="28213" initials="2" lastIdx="0" clrIdx="15"/>
  <p:cmAuthor id="647" name="未知用户245" initials="未" lastIdx="0" clrIdx="646"/>
  <p:cmAuthor id="17" name="未知用户231" initials="未" lastIdx="0" clrIdx="16"/>
  <p:cmAuthor id="648" name="未知用户246" initials="未" lastIdx="0" clrIdx="647"/>
  <p:cmAuthor id="18" name="lenovo" initials="l" lastIdx="0" clrIdx="17"/>
  <p:cmAuthor id="649" name="未知用户247" initials="未" lastIdx="0" clrIdx="648"/>
  <p:cmAuthor id="19" name="未知用户232" initials="未" lastIdx="0" clrIdx="18"/>
  <p:cmAuthor id="650" name="未知用户248" initials="未" lastIdx="0" clrIdx="649"/>
  <p:cmAuthor id="20" name="王海涛" initials="王" lastIdx="0" clrIdx="19"/>
  <p:cmAuthor id="651" name="未知用户249" initials="未" lastIdx="0" clrIdx="650"/>
  <p:cmAuthor id="21" name="未知用户237" initials="未" lastIdx="0" clrIdx="20"/>
  <p:cmAuthor id="652" name="未知用户250" initials="未" lastIdx="0" clrIdx="651"/>
  <p:cmAuthor id="22" name="yude-he" initials="y" lastIdx="0" clrIdx="21"/>
  <p:cmAuthor id="653" name="未知用户251" initials="未" lastIdx="0" clrIdx="652"/>
  <p:cmAuthor id="23" name="未知用户226" initials="未" lastIdx="0" clrIdx="22"/>
  <p:cmAuthor id="654" name="未知用户252" initials="未" lastIdx="0" clrIdx="653"/>
  <p:cmAuthor id="24" name="cai yu" initials="cy" lastIdx="0" clrIdx="23"/>
  <p:cmAuthor id="655" name="电力事业部-王磊" initials="电" lastIdx="0" clrIdx="654"/>
  <p:cmAuthor id="25" name="亚运 曹" initials="亚" lastIdx="0" clrIdx="24"/>
  <p:cmAuthor id="656" name="未知用户253" initials="未" lastIdx="0" clrIdx="655"/>
  <p:cmAuthor id="26" name="Li, Vivian Yang" initials="LVY" lastIdx="0" clrIdx="25"/>
  <p:cmAuthor id="657" name="夏源" initials="夏" lastIdx="0" clrIdx="656"/>
  <p:cmAuthor id="27" name="abc" initials="a" lastIdx="0" clrIdx="26"/>
  <p:cmAuthor id="658" name="未知用户254" initials="未" lastIdx="0" clrIdx="657"/>
  <p:cmAuthor id="28" name="张正明" initials="张" lastIdx="0" clrIdx="27"/>
  <p:cmAuthor id="659" name="未知用户255" initials="未" lastIdx="0" clrIdx="658"/>
  <p:cmAuthor id="29" name="zengkaiwen" initials="z" lastIdx="0" clrIdx="28"/>
  <p:cmAuthor id="660" name="未知用户256" initials="未" lastIdx="0" clrIdx="659"/>
  <p:cmAuthor id="30" name="FANG SUN" initials="F" lastIdx="0" clrIdx="29"/>
  <p:cmAuthor id="661" name="未知用户257" initials="未" lastIdx="0" clrIdx="660"/>
  <p:cmAuthor id="31" name="hxx" initials="h" lastIdx="0" clrIdx="30"/>
  <p:cmAuthor id="662" name="未知用户258" initials="未" lastIdx="0" clrIdx="661"/>
  <p:cmAuthor id="32" name="富德生命人寿" initials="富" lastIdx="0" clrIdx="31"/>
  <p:cmAuthor id="663" name="未知用户259" initials="未" lastIdx="0" clrIdx="662"/>
  <p:cmAuthor id="33" name="winson Wong" initials="w" lastIdx="0" clrIdx="32"/>
  <p:cmAuthor id="664" name="未知用户260" initials="未" lastIdx="0" clrIdx="663"/>
  <p:cmAuthor id="34" name="袁缘" initials="袁" lastIdx="0" clrIdx="33"/>
  <p:cmAuthor id="665" name="未知用户275" initials="未" lastIdx="0" clrIdx="664"/>
  <p:cmAuthor id="35" name="许士锦" initials="许" lastIdx="0" clrIdx="34"/>
  <p:cmAuthor id="666" name="啦啦啦！" initials="啦" lastIdx="0" clrIdx="665"/>
  <p:cmAuthor id="36" name="未知用户416" initials="未" lastIdx="0" clrIdx="35"/>
  <p:cmAuthor id="667" name="未知用户276" initials="未" lastIdx="0" clrIdx="666"/>
  <p:cmAuthor id="37" name="林建熙" initials="林" lastIdx="0" clrIdx="36"/>
  <p:cmAuthor id="668" name="未知用户263" initials="未" lastIdx="0" clrIdx="667"/>
  <p:cmAuthor id="38" name="未知用户404" initials="未" lastIdx="0" clrIdx="37"/>
  <p:cmAuthor id="669" name="未知用户264" initials="未" lastIdx="0" clrIdx="668"/>
  <p:cmAuthor id="39" name="谢磊柯" initials="谢" lastIdx="0" clrIdx="38"/>
  <p:cmAuthor id="670" name="未知用户265" initials="未" lastIdx="0" clrIdx="669"/>
  <p:cmAuthor id="40" name="未知用户408" initials="未" lastIdx="0" clrIdx="39"/>
  <p:cmAuthor id="671" name="未知用户266" initials="未" lastIdx="0" clrIdx="670"/>
  <p:cmAuthor id="41" name="zzyy1" initials="z" lastIdx="0" clrIdx="40"/>
  <p:cmAuthor id="672" name="未知用户267" initials="未" lastIdx="0" clrIdx="671"/>
  <p:cmAuthor id="42" name="黄晓平" initials="黄" lastIdx="0" clrIdx="41"/>
  <p:cmAuthor id="673" name="未知用户268" initials="未" lastIdx="0" clrIdx="672"/>
  <p:cmAuthor id="43" name="未知用户409" initials="未" lastIdx="0" clrIdx="42"/>
  <p:cmAuthor id="674" name="未知用户269" initials="未" lastIdx="0" clrIdx="673"/>
  <p:cmAuthor id="44" name="国创" initials="国" lastIdx="0" clrIdx="43"/>
  <p:cmAuthor id="675" name="未知用户270" initials="未" lastIdx="0" clrIdx="674"/>
  <p:cmAuthor id="45" name="书鑫" initials="书鑫" lastIdx="0" clrIdx="44"/>
  <p:cmAuthor id="676" name="未知用户193" initials="未" lastIdx="0" clrIdx="675"/>
  <p:cmAuthor id="46" name="未知用户412" initials="未" lastIdx="0" clrIdx="45"/>
  <p:cmAuthor id="677" name="未知用户195" initials="未" lastIdx="0" clrIdx="676"/>
  <p:cmAuthor id="47" name="YYT" initials="Y" lastIdx="0" clrIdx="46"/>
  <p:cmAuthor id="678" name="未知用户196" initials="未" lastIdx="0" clrIdx="677"/>
  <p:cmAuthor id="48" name="未知用户413" initials="未" lastIdx="0" clrIdx="47"/>
  <p:cmAuthor id="679" name="未知用户358" initials="未" lastIdx="0" clrIdx="678"/>
  <p:cmAuthor id="49" name="赵亮亮" initials="zhaoliang" lastIdx="0" clrIdx="48"/>
  <p:cmAuthor id="680" name="未知用户359" initials="未" lastIdx="0" clrIdx="679"/>
  <p:cmAuthor id="50" name="未知用户414" initials="未" lastIdx="0" clrIdx="49"/>
  <p:cmAuthor id="681" name="未知用户360" initials="未" lastIdx="0" clrIdx="680"/>
  <p:cmAuthor id="51" name="Archer" initials="A" lastIdx="0" clrIdx="50"/>
  <p:cmAuthor id="682" name="sj" initials="s" lastIdx="0" clrIdx="681"/>
  <p:cmAuthor id="52" name="未知用户415" initials="未" lastIdx="0" clrIdx="51"/>
  <p:cmAuthor id="683" name="未知用户361" initials="未" lastIdx="0" clrIdx="682"/>
  <p:cmAuthor id="53" name="沈霄雷" initials="沈" lastIdx="0" clrIdx="52"/>
  <p:cmAuthor id="684" name="未知用户364" initials="未" lastIdx="0" clrIdx="683"/>
  <p:cmAuthor id="54" name="未知用户215" initials="未" lastIdx="0" clrIdx="53"/>
  <p:cmAuthor id="685" name="未知用户288" initials="未" lastIdx="0" clrIdx="684"/>
  <p:cmAuthor id="55" name="langlongya" initials="l" lastIdx="0" clrIdx="54"/>
  <p:cmAuthor id="686" name="未知用户297" initials="未" lastIdx="0" clrIdx="685"/>
  <p:cmAuthor id="56" name="李臻_jiai6ZRr" initials="authorId_192999303" lastIdx="0" clrIdx="55"/>
  <p:cmAuthor id="687" name="未知用户298" initials="未" lastIdx="0" clrIdx="686"/>
  <p:cmAuthor id="57" name="未知用户217" initials="未" lastIdx="0" clrIdx="56"/>
  <p:cmAuthor id="688" name="未知用户307" initials="未" lastIdx="0" clrIdx="687"/>
  <p:cmAuthor id="58" name="monkey" initials="m" lastIdx="0" clrIdx="57"/>
  <p:cmAuthor id="689" name="未知用户308" initials="未" lastIdx="0" clrIdx="688"/>
  <p:cmAuthor id="59" name="田亚林+_vEn2feIZ" initials="authorId_385966644" lastIdx="0" clrIdx="58"/>
  <p:cmAuthor id="690" name="未知用户315" initials="未" lastIdx="0" clrIdx="689"/>
  <p:cmAuthor id="60" name="未知用户261" initials="未" lastIdx="0" clrIdx="59"/>
  <p:cmAuthor id="691" name="未知用户317" initials="未" lastIdx="0" clrIdx="690"/>
  <p:cmAuthor id="61" name="qiumin422" initials="q" lastIdx="0" clrIdx="60"/>
  <p:cmAuthor id="692" name="未知用户329" initials="未" lastIdx="0" clrIdx="691"/>
  <p:cmAuthor id="62" name="bai-shuo" initials="b" lastIdx="0" clrIdx="61"/>
  <p:cmAuthor id="693" name="未知用户333" initials="未" lastIdx="0" clrIdx="692"/>
  <p:cmAuthor id="63" name="未知用户371" initials="未" lastIdx="0" clrIdx="62"/>
  <p:cmAuthor id="694" name="未知用户334" initials="未" lastIdx="0" clrIdx="693"/>
  <p:cmAuthor id="64" name="qm" initials="q" lastIdx="0" clrIdx="63"/>
  <p:cmAuthor id="695" name="未知用户340" initials="未" lastIdx="0" clrIdx="694"/>
  <p:cmAuthor id="65" name="未知用户370" initials="未" lastIdx="0" clrIdx="64"/>
  <p:cmAuthor id="696" name="未知用户341" initials="未" lastIdx="0" clrIdx="695"/>
  <p:cmAuthor id="66" name="zyrstz" initials="z" lastIdx="0" clrIdx="65"/>
  <p:cmAuthor id="697" name="未知用户342" initials="未" lastIdx="0" clrIdx="696"/>
  <p:cmAuthor id="67" name="未知用户347" initials="未" lastIdx="0" clrIdx="66"/>
  <p:cmAuthor id="698" name="未知用户343" initials="未" lastIdx="0" clrIdx="697"/>
  <p:cmAuthor id="68" name="szq" initials="s" lastIdx="0" clrIdx="67"/>
  <p:cmAuthor id="699" name="未知用户344" initials="未" lastIdx="0" clrIdx="698"/>
  <p:cmAuthor id="69" name="未知用户348" initials="未" lastIdx="0" clrIdx="68"/>
  <p:cmAuthor id="700" name="未知用户345" initials="未" lastIdx="0" clrIdx="699"/>
  <p:cmAuthor id="70" name="未知用户6" initials="未知用户6" lastIdx="0" clrIdx="69"/>
  <p:cmAuthor id="701" name="未知用户365" initials="未" lastIdx="0" clrIdx="700"/>
  <p:cmAuthor id="71" name="未知用户286" initials="未" lastIdx="0" clrIdx="70"/>
  <p:cmAuthor id="702" name="未知用户366" initials="未" lastIdx="0" clrIdx="701"/>
  <p:cmAuthor id="72" name="David" initials="D" lastIdx="0" clrIdx="71"/>
  <p:cmAuthor id="703" name="未知用户367" initials="未" lastIdx="0" clrIdx="702"/>
  <p:cmAuthor id="73" name="未知用户373" initials="未" lastIdx="0" clrIdx="72"/>
  <p:cmAuthor id="704" name="未知用户368" initials="未" lastIdx="0" clrIdx="703"/>
  <p:cmAuthor id="74" name="yuxuelei" initials="y" lastIdx="0" clrIdx="73"/>
  <p:cmAuthor id="705" name="未知用户403" initials="未" lastIdx="0" clrIdx="704"/>
  <p:cmAuthor id="75" name="未知用户350" initials="未" lastIdx="0" clrIdx="74"/>
  <p:cmAuthor id="706" name="未知用户402" initials="未" lastIdx="0" clrIdx="705"/>
  <p:cmAuthor id="76" name="张晓荦" initials="张" lastIdx="0" clrIdx="75"/>
  <p:cmAuthor id="707" name="未知用户379" initials="未" lastIdx="0" clrIdx="706"/>
  <p:cmAuthor id="77" name="未知用户218" initials="未" lastIdx="0" clrIdx="76"/>
  <p:cmAuthor id="708" name="未知用户380" initials="未" lastIdx="0" clrIdx="707"/>
  <p:cmAuthor id="78" name="郑韩有熊" initials="郑" lastIdx="0" clrIdx="77"/>
  <p:cmAuthor id="709" name="未知用户405" initials="未" lastIdx="0" clrIdx="708"/>
  <p:cmAuthor id="79" name="未知用户351" initials="未" lastIdx="0" clrIdx="78"/>
  <p:cmAuthor id="710" name="未知用户382" initials="未" lastIdx="0" clrIdx="709"/>
  <p:cmAuthor id="80" name="Mac" initials="M" lastIdx="0" clrIdx="79"/>
  <p:cmAuthor id="711" name="未知用户383" initials="未" lastIdx="0" clrIdx="710"/>
  <p:cmAuthor id="81" name="未知用户352" initials="未" lastIdx="0" clrIdx="80"/>
  <p:cmAuthor id="712" name="仇怿俊" initials="仇" lastIdx="0" clrIdx="711"/>
  <p:cmAuthor id="82" name="梁翀" initials="梁" lastIdx="0" clrIdx="81"/>
  <p:cmAuthor id="713" name="未知用户384" initials="未" lastIdx="0" clrIdx="712"/>
  <p:cmAuthor id="83" name="未知用户353" initials="未" lastIdx="0" clrIdx="82"/>
  <p:cmAuthor id="714" name="未知用户385" initials="未" lastIdx="0" clrIdx="713"/>
  <p:cmAuthor id="84" name="86153" initials="8" lastIdx="0" clrIdx="83"/>
  <p:cmAuthor id="715" name="mei shuo" initials="mei shuo" lastIdx="0" clrIdx="714"/>
  <p:cmAuthor id="85" name="未知用户354" initials="未" lastIdx="0" clrIdx="84"/>
  <p:cmAuthor id="716" name="未知用户386" initials="未" lastIdx="0" clrIdx="715"/>
  <p:cmAuthor id="86" name="adminsys" initials="a" lastIdx="0" clrIdx="85"/>
  <p:cmAuthor id="717" name="王薇（政企）" initials="u" lastIdx="0" clrIdx="716"/>
  <p:cmAuthor id="87" name="企业用户_425316506" initials="企" lastIdx="0" clrIdx="86"/>
  <p:cmAuthor id="718" name="未知用户387" initials="未" lastIdx="0" clrIdx="717"/>
  <p:cmAuthor id="88" name="未知用户355" initials="未" lastIdx="0" clrIdx="87"/>
  <p:cmAuthor id="719" name="未知用户388" initials="未" lastIdx="0" clrIdx="718"/>
  <p:cmAuthor id="89" name="Xing Liu" initials="XL" lastIdx="0" clrIdx="88"/>
  <p:cmAuthor id="720" name="未知用户411" initials="未" lastIdx="0" clrIdx="719"/>
  <p:cmAuthor id="90" name="未知用户356" initials="未" lastIdx="0" clrIdx="89"/>
  <p:cmAuthor id="721" name="未知用户389" initials="未" lastIdx="0" clrIdx="720"/>
  <p:cmAuthor id="91" name="曾阿婷" initials="曾" lastIdx="0" clrIdx="90"/>
  <p:cmAuthor id="722" name="未知用户390" initials="未" lastIdx="0" clrIdx="721"/>
  <p:cmAuthor id="92" name="未知用户378" initials="未" lastIdx="0" clrIdx="91"/>
  <p:cmAuthor id="723" name="未知用户391" initials="未" lastIdx="0" clrIdx="722"/>
  <p:cmAuthor id="93" name="白健" initials="1" lastIdx="0" clrIdx="92"/>
  <p:cmAuthor id="724" name="未知用户392" initials="未" lastIdx="0" clrIdx="723"/>
  <p:cmAuthor id="94" name="未知用户357" initials="未" lastIdx="0" clrIdx="93"/>
  <p:cmAuthor id="725" name="未知用户393" initials="未" lastIdx="0" clrIdx="724"/>
  <p:cmAuthor id="95" name="yubaoquan" initials="y" lastIdx="0" clrIdx="94"/>
  <p:cmAuthor id="726" name="未知用户394" initials="未" lastIdx="0" clrIdx="725"/>
  <p:cmAuthor id="96" name="未知用户362" initials="未" lastIdx="0" clrIdx="95"/>
  <p:cmAuthor id="727" name="未知用户395" initials="未" lastIdx="0" clrIdx="726"/>
  <p:cmAuthor id="97" name="ting yue" initials="t" lastIdx="0" clrIdx="96"/>
  <p:cmAuthor id="728" name="未知用户396" initials="未" lastIdx="0" clrIdx="727"/>
  <p:cmAuthor id="98" name="未知用户363" initials="未" lastIdx="0" clrIdx="97"/>
  <p:cmAuthor id="729" name="未知用户406" initials="未" lastIdx="0" clrIdx="728"/>
  <p:cmAuthor id="99" name="hua-cloud" initials="h" lastIdx="0" clrIdx="98"/>
  <p:cmAuthor id="730" name="未知用户397" initials="未" lastIdx="0" clrIdx="729"/>
  <p:cmAuthor id="100" name="未知用户374" initials="未" lastIdx="0" clrIdx="99"/>
  <p:cmAuthor id="731" name="未知用户407" initials="未" lastIdx="0" clrIdx="730"/>
  <p:cmAuthor id="101" name="隽宝" initials="隽" lastIdx="0" clrIdx="100"/>
  <p:cmAuthor id="732" name="未知用户398" initials="未" lastIdx="0" clrIdx="731"/>
  <p:cmAuthor id="102" name="未知用户375" initials="未" lastIdx="0" clrIdx="101"/>
  <p:cmAuthor id="733" name="群智集" initials="群" lastIdx="0" clrIdx="732"/>
  <p:cmAuthor id="103" name="david bin" initials="d" lastIdx="0" clrIdx="102"/>
  <p:cmAuthor id="734" name="冰扎凉" initials="冰" lastIdx="0" clrIdx="733"/>
  <p:cmAuthor id="104" name="未知用户369" initials="未" lastIdx="0" clrIdx="103"/>
  <p:cmAuthor id="735" name="未知用户399" initials="未" lastIdx="0" clrIdx="734"/>
  <p:cmAuthor id="105" name="ThinkPad" initials="T" lastIdx="0" clrIdx="104"/>
  <p:cmAuthor id="736" name="郏 鹏" initials="郏" lastIdx="0" clrIdx="735"/>
  <p:cmAuthor id="106" name="未知用户376" initials="未" lastIdx="0" clrIdx="105"/>
  <p:cmAuthor id="737" name="未知用户400" initials="未" lastIdx="0" clrIdx="736"/>
  <p:cmAuthor id="107" name="未知用户4" initials="未" lastIdx="0" clrIdx="106"/>
  <p:cmAuthor id="738" name="郏鹏" initials="M" lastIdx="0" clrIdx="737"/>
  <p:cmAuthor id="108" name="shengs" initials="s" lastIdx="0" clrIdx="107"/>
  <p:cmAuthor id="739" name="未知用户401" initials="未" lastIdx="0" clrIdx="738"/>
  <p:cmAuthor id="109" name="未知用户377" initials="未" lastIdx="0" clrIdx="108"/>
  <p:cmAuthor id="740" name="未知用户420" initials="未" lastIdx="0" clrIdx="739"/>
  <p:cmAuthor id="110" name="未知用户5" initials="未" lastIdx="0" clrIdx="109"/>
  <p:cmAuthor id="741" name="未知用户421" initials="未" lastIdx="0" clrIdx="740"/>
  <p:cmAuthor id="111" name="未知用户372" initials="未" lastIdx="0" clrIdx="110"/>
  <p:cmAuthor id="742" name="未知用户422" initials="未" lastIdx="0" clrIdx="741"/>
  <p:cmAuthor id="112" name="未知的使用者29" initials="未" lastIdx="0" clrIdx="111"/>
  <p:cmAuthor id="743" name="未知用户423" initials="未" lastIdx="0" clrIdx="742"/>
  <p:cmAuthor id="113" name="Xzjd" initials="X" lastIdx="0" clrIdx="112"/>
  <p:cmAuthor id="744" name="未知用户424" initials="未" lastIdx="0" clrIdx="743"/>
  <p:cmAuthor id="114" name="於宝泉" initials="於" lastIdx="0" clrIdx="113"/>
  <p:cmAuthor id="745" name="未知用户419" initials="未" lastIdx="0" clrIdx="744"/>
  <p:cmAuthor id="115" name="dyy" initials="H" lastIdx="0" clrIdx="114"/>
  <p:cmAuthor id="746" name="未知用户425" initials="未" lastIdx="0" clrIdx="745"/>
  <p:cmAuthor id="116" name="未知的使用者22" initials="未" lastIdx="0" clrIdx="115"/>
  <p:cmAuthor id="747" name="未知用户426" initials="未" lastIdx="0" clrIdx="746"/>
  <p:cmAuthor id="117" name="sherry lee" initials="s" lastIdx="0" clrIdx="116"/>
  <p:cmAuthor id="748" name="未知用户427" initials="未" lastIdx="0" clrIdx="747"/>
  <p:cmAuthor id="118" name="未知的使用者23" initials="未" lastIdx="0" clrIdx="117"/>
  <p:cmAuthor id="749" name="未知用户428" initials="未" lastIdx="0" clrIdx="748"/>
  <p:cmAuthor id="119" name="未知用户466" initials="未" lastIdx="0" clrIdx="118"/>
  <p:cmAuthor id="750" name="未知用户429" initials="未" lastIdx="0" clrIdx="749"/>
  <p:cmAuthor id="120" name="未知的使用者24" initials="未" lastIdx="0" clrIdx="119"/>
  <p:cmAuthor id="751" name="未知用户430" initials="未" lastIdx="0" clrIdx="750"/>
  <p:cmAuthor id="121" name="未知用户460" initials="未" lastIdx="0" clrIdx="120"/>
  <p:cmAuthor id="752" name="未知用户431" initials="未" lastIdx="0" clrIdx="751"/>
  <p:cmAuthor id="122" name="未知的使用者25" initials="未" lastIdx="0" clrIdx="121"/>
  <p:cmAuthor id="753" name="未知用户432" initials="未" lastIdx="0" clrIdx="752"/>
  <p:cmAuthor id="123" name="未知用户454" initials="未" lastIdx="0" clrIdx="122"/>
  <p:cmAuthor id="754" name="未知用户433" initials="未" lastIdx="0" clrIdx="753"/>
  <p:cmAuthor id="124" name="Liu Dong" initials="L" lastIdx="0" clrIdx="123"/>
  <p:cmAuthor id="755" name="未知用户434" initials="未" lastIdx="0" clrIdx="754"/>
  <p:cmAuthor id="125" name="未知用户461" initials="未" lastIdx="0" clrIdx="124"/>
  <p:cmAuthor id="756" name="未知用户435" initials="未" lastIdx="0" clrIdx="755"/>
  <p:cmAuthor id="126" name="Zhao Jing" initials="Z" lastIdx="0" clrIdx="125"/>
  <p:cmAuthor id="757" name="未知用户436" initials="未" lastIdx="0" clrIdx="756"/>
  <p:cmAuthor id="127" name="未知用户455" initials="未" lastIdx="0" clrIdx="126"/>
  <p:cmAuthor id="758" name="未知用户437" initials="未" lastIdx="0" clrIdx="757"/>
  <p:cmAuthor id="128" name="qihua-DCMS" initials="q" lastIdx="0" clrIdx="127"/>
  <p:cmAuthor id="759" name="未知用户438" initials="未" lastIdx="0" clrIdx="758"/>
  <p:cmAuthor id="129" name="未知用户462" initials="未" lastIdx="0" clrIdx="128"/>
  <p:cmAuthor id="760" name="未知用户417" initials="未" lastIdx="0" clrIdx="759"/>
  <p:cmAuthor id="130" name="YANQING BAO" initials="Y" lastIdx="0" clrIdx="129"/>
  <p:cmAuthor id="761" name="未知用户439" initials="未" lastIdx="0" clrIdx="760"/>
  <p:cmAuthor id="131" name="未知用户465" initials="未" lastIdx="0" clrIdx="130"/>
  <p:cmAuthor id="762" name="未知用户440" initials="未" lastIdx="0" clrIdx="761"/>
  <p:cmAuthor id="132" name="YUMINGNJ" initials="Y" lastIdx="0" clrIdx="131"/>
  <p:cmAuthor id="763" name="未知用户441" initials="未" lastIdx="0" clrIdx="762"/>
  <p:cmAuthor id="133" name="未知用户457" initials="未" lastIdx="0" clrIdx="132"/>
  <p:cmAuthor id="764" name="未知用户442" initials="未" lastIdx="0" clrIdx="763"/>
  <p:cmAuthor id="134" name="Roet-Reinking, Nathalie" initials="R" lastIdx="0" clrIdx="133"/>
  <p:cmAuthor id="765" name="未知用户443" initials="未" lastIdx="0" clrIdx="764"/>
  <p:cmAuthor id="135" name="未知用户450" initials="未" lastIdx="0" clrIdx="134"/>
  <p:cmAuthor id="766" name="未知用户444" initials="未" lastIdx="0" clrIdx="765"/>
  <p:cmAuthor id="136" name="张金龙" initials="张" lastIdx="0" clrIdx="135"/>
  <p:cmAuthor id="767" name="未知用户445" initials="未" lastIdx="0" clrIdx="766"/>
  <p:cmAuthor id="137" name="未知用户463" initials="未" lastIdx="0" clrIdx="136"/>
  <p:cmAuthor id="768" name="未知用户446" initials="未" lastIdx="0" clrIdx="767"/>
  <p:cmAuthor id="138" name="祝惠蓉" initials="祝" lastIdx="0" clrIdx="137"/>
  <p:cmAuthor id="769" name="未知用户447" initials="未" lastIdx="0" clrIdx="768"/>
  <p:cmAuthor id="139" name="未知用户467" initials="未" lastIdx="0" clrIdx="138"/>
  <p:cmAuthor id="770" name="未知用户448" initials="未" lastIdx="0" clrIdx="769"/>
  <p:cmAuthor id="140" name="zhq" initials="z" lastIdx="0" clrIdx="139"/>
  <p:cmAuthor id="771" name="刘浩" initials="刘" lastIdx="0" clrIdx="770"/>
  <p:cmAuthor id="141" name="未知用户468" initials="未" lastIdx="0" clrIdx="140"/>
  <p:cmAuthor id="772" name="Vivian Liu" initials="VL" lastIdx="0" clrIdx="771"/>
  <p:cmAuthor id="142" name="张琦" initials="zq" lastIdx="0" clrIdx="141"/>
  <p:cmAuthor id="773" name="杨 贺春" initials="杨" lastIdx="0" clrIdx="772"/>
  <p:cmAuthor id="143" name="未知用户469" initials="未" lastIdx="0" clrIdx="142"/>
  <p:cmAuthor id="774" name="伟哥" initials="伟哥" lastIdx="0" clrIdx="773"/>
  <p:cmAuthor id="144" name="黄 俊" initials="黄" lastIdx="0" clrIdx="143"/>
  <p:cmAuthor id="775" name="wlj352" initials="w" lastIdx="0" clrIdx="774"/>
  <p:cmAuthor id="145" name="未知用户458" initials="未" lastIdx="0" clrIdx="144"/>
  <p:cmAuthor id="776" name="朗 月" initials="朗" lastIdx="0" clrIdx="775"/>
  <p:cmAuthor id="146" name="未知用户14" initials="未" lastIdx="0" clrIdx="145"/>
  <p:cmAuthor id="777" name="殷 积波" initials="殷" lastIdx="0" clrIdx="776"/>
  <p:cmAuthor id="147" name="未知用户470" initials="未" lastIdx="0" clrIdx="146"/>
  <p:cmAuthor id="778" name="启浩" initials="启" lastIdx="0" clrIdx="777"/>
  <p:cmAuthor id="148" name="Jason Wang" initials="J" lastIdx="0" clrIdx="147"/>
  <p:cmAuthor id="779" name="袨?嗴?傤?" initials="袨" lastIdx="0" clrIdx="778"/>
  <p:cmAuthor id="149" name="未知用户471" initials="未" lastIdx="0" clrIdx="148"/>
  <p:cmAuthor id="780" name="林玲 郑" initials="林" lastIdx="0" clrIdx="779"/>
  <p:cmAuthor id="150" name="未知的使用者3" initials="未" lastIdx="0" clrIdx="149"/>
  <p:cmAuthor id="781" name="554154816@qq.com" initials="5" lastIdx="0" clrIdx="780"/>
  <p:cmAuthor id="151" name="未知用户472" initials="未" lastIdx="0" clrIdx="150"/>
  <p:cmAuthor id="782" name="未知用户192" initials="未" lastIdx="0" clrIdx="781"/>
  <p:cmAuthor id="152" name="DELL" initials="D" lastIdx="0" clrIdx="151"/>
  <p:cmAuthor id="153" name="未知用户473" initials="未" lastIdx="0" clrIdx="152"/>
  <p:cmAuthor id="154" name="作者" initials="A" lastIdx="0" clrIdx="153"/>
  <p:cmAuthor id="155" name="未知用户235" initials="未" lastIdx="0" clrIdx="154"/>
  <p:cmAuthor id="156" name="秀秀 宝贝" initials="秀秀" lastIdx="0" clrIdx="155"/>
  <p:cmAuthor id="157" name="未知用户453" initials="未" lastIdx="0" clrIdx="156"/>
  <p:cmAuthor id="158" name="莉 李" initials="莉李" lastIdx="0" clrIdx="157"/>
  <p:cmAuthor id="159" name="未知用户474" initials="未" lastIdx="0" clrIdx="158"/>
  <p:cmAuthor id="160" name="shenziqi" initials="s" lastIdx="0" clrIdx="159"/>
  <p:cmAuthor id="161" name="未知用户475" initials="未" lastIdx="0" clrIdx="160"/>
  <p:cmAuthor id="162" name="ida" initials="i" lastIdx="0" clrIdx="161"/>
  <p:cmAuthor id="163" name="未知用户476" initials="未" lastIdx="0" clrIdx="162"/>
  <p:cmAuthor id="164" name="孙" initials="孙" lastIdx="0" clrIdx="163"/>
  <p:cmAuthor id="165" name="未知用户459" initials="未" lastIdx="0" clrIdx="164"/>
  <p:cmAuthor id="166" name="13" initials="11" lastIdx="0" clrIdx="165"/>
  <p:cmAuthor id="167" name="未知用户489" initials="未" lastIdx="0" clrIdx="166"/>
  <p:cmAuthor id="168" name="fanmeijiao" initials="f" lastIdx="0" clrIdx="167"/>
  <p:cmAuthor id="169" name="未知用户488" initials="未" lastIdx="0" clrIdx="168"/>
  <p:cmAuthor id="170" name="Li" initials="Li" lastIdx="0" clrIdx="169"/>
  <p:cmAuthor id="171" name="未知用户490" initials="未" lastIdx="0" clrIdx="170"/>
  <p:cmAuthor id="172" name="曾红" initials="曾" lastIdx="0" clrIdx="171"/>
  <p:cmAuthor id="173" name="未知用户477" initials="未" lastIdx="0" clrIdx="172"/>
  <p:cmAuthor id="174" name="未知用户16" initials="未" lastIdx="0" clrIdx="173"/>
  <p:cmAuthor id="175" name="Kai" initials="K" lastIdx="0" clrIdx="174"/>
  <p:cmAuthor id="176" name="未知用户478" initials="未" lastIdx="0" clrIdx="175"/>
  <p:cmAuthor id="177" name="未知用户17" initials="未" lastIdx="0" clrIdx="176"/>
  <p:cmAuthor id="178" name="未知用户479" initials="未" lastIdx="0" clrIdx="177"/>
  <p:cmAuthor id="179" name="mm" initials="m" lastIdx="0" clrIdx="178"/>
  <p:cmAuthor id="180" name="未知用户480" initials="未" lastIdx="0" clrIdx="179"/>
  <p:cmAuthor id="181" name="liupeng" initials="l" lastIdx="0" clrIdx="180"/>
  <p:cmAuthor id="182" name="未知用户481" initials="未" lastIdx="0" clrIdx="181"/>
  <p:cmAuthor id="183" name="周宏達JerryChou" initials="周" lastIdx="0" clrIdx="182"/>
  <p:cmAuthor id="184" name="未知用户482" initials="未" lastIdx="0" clrIdx="183"/>
  <p:cmAuthor id="185" name="luxu" initials="l" lastIdx="0" clrIdx="184"/>
  <p:cmAuthor id="186" name="未知用户483" initials="未" lastIdx="0" clrIdx="185"/>
  <p:cmAuthor id="187" name="hl sun" initials="h" lastIdx="0" clrIdx="186"/>
  <p:cmAuthor id="188" name="未知用户484" initials="未" lastIdx="0" clrIdx="187"/>
  <p:cmAuthor id="189" name="未知的使用者50" initials="未" lastIdx="0" clrIdx="188"/>
  <p:cmAuthor id="190" name="未知用户485" initials="未" lastIdx="0" clrIdx="189"/>
  <p:cmAuthor id="191" name="未知的使用者48" initials="未" lastIdx="0" clrIdx="190"/>
  <p:cmAuthor id="192" name="未知用户486" initials="未" lastIdx="0" clrIdx="191"/>
  <p:cmAuthor id="193" name="未知的使用者49" initials="未" lastIdx="0" clrIdx="192"/>
  <p:cmAuthor id="194" name="未知用户452" initials="未" lastIdx="0" clrIdx="193"/>
  <p:cmAuthor id="195" name="未知用户22" initials="未" lastIdx="0" clrIdx="194"/>
  <p:cmAuthor id="196" name="未知用户456" initials="未" lastIdx="0" clrIdx="195"/>
  <p:cmAuthor id="197" name="未知用户24" initials="未" lastIdx="0" clrIdx="196"/>
  <p:cmAuthor id="198" name="未知用户464" initials="未" lastIdx="0" clrIdx="197"/>
  <p:cmAuthor id="199" name="Mary Feil-Jacobs" initials="M" lastIdx="0" clrIdx="198"/>
  <p:cmAuthor id="200" name="未知用户487" initials="未" lastIdx="0" clrIdx="199"/>
  <p:cmAuthor id="201" name="朱晓瑜" initials="朱" lastIdx="0" clrIdx="200"/>
  <p:cmAuthor id="202" name="Saku Uchikawa" initials="S" lastIdx="0" clrIdx="201"/>
  <p:cmAuthor id="203" name="djj" initials="d" lastIdx="0" clrIdx="202"/>
  <p:cmAuthor id="204" name="張秀娟" initials="張" lastIdx="0" clrIdx="203"/>
  <p:cmAuthor id="205" name="lianghb" initials="l" lastIdx="0" clrIdx="204"/>
  <p:cmAuthor id="206" name="Shawna Strickland" initials="S" lastIdx="0" clrIdx="205"/>
  <p:cmAuthor id="207" name="linyd" initials="l" lastIdx="0" clrIdx="206"/>
  <p:cmAuthor id="208" name="seki" initials="s" lastIdx="0" clrIdx="207"/>
  <p:cmAuthor id="209" name="Ashley Eberenz" initials="A" lastIdx="0" clrIdx="208"/>
  <p:cmAuthor id="210" name="muzi wei" initials="m" lastIdx="0" clrIdx="209"/>
  <p:cmAuthor id="211" name="minty minty" initials="m" lastIdx="0" clrIdx="210"/>
  <p:cmAuthor id="212" name="未知用户56" initials="未" lastIdx="0" clrIdx="211"/>
  <p:cmAuthor id="213" name="未知用户55" initials="未" lastIdx="0" clrIdx="212"/>
  <p:cmAuthor id="214" name="未知用户51" initials="未" lastIdx="0" clrIdx="213"/>
  <p:cmAuthor id="215" name="LeeElva" initials="L" lastIdx="0" clrIdx="214"/>
  <p:cmAuthor id="216" name="唐可欣" initials="唐" lastIdx="0" clrIdx="215"/>
  <p:cmAuthor id="217" name="未知的使用者36" initials="未" lastIdx="0" clrIdx="216"/>
  <p:cmAuthor id="218" name="未知的使用者35" initials="未" lastIdx="0" clrIdx="217"/>
  <p:cmAuthor id="219" name="未知的使用者33" initials="未" lastIdx="0" clrIdx="218"/>
  <p:cmAuthor id="220" name="王鹏凯" initials="王" lastIdx="0" clrIdx="219"/>
  <p:cmAuthor id="221" name="未知的使用者34" initials="未" lastIdx="0" clrIdx="220"/>
  <p:cmAuthor id="222" name="未知用户25" initials="未" lastIdx="0" clrIdx="221"/>
  <p:cmAuthor id="223" name="未知用户28" initials="未" lastIdx="0" clrIdx="222"/>
  <p:cmAuthor id="224" name="未知用户27" initials="未" lastIdx="0" clrIdx="223"/>
  <p:cmAuthor id="225" name="未知用户12" initials="未" lastIdx="0" clrIdx="224"/>
  <p:cmAuthor id="226" name="未知的使用者37" initials="未" lastIdx="0" clrIdx="225"/>
  <p:cmAuthor id="227" name="Harry xu" initials="H" lastIdx="0" clrIdx="226"/>
  <p:cmAuthor id="228" name="魏延才" initials="魏" lastIdx="0" clrIdx="227"/>
  <p:cmAuthor id="229" name="未知的使用者59" initials="未" lastIdx="0" clrIdx="228"/>
  <p:cmAuthor id="230" name="未知的使用者60" initials="未" lastIdx="0" clrIdx="229"/>
  <p:cmAuthor id="231" name="未知的使用者54" initials="未" lastIdx="0" clrIdx="230"/>
  <p:cmAuthor id="232" name="未知用户47" initials="未" lastIdx="0" clrIdx="231"/>
  <p:cmAuthor id="233" name="未知用户53" initials="未" lastIdx="0" clrIdx="232"/>
  <p:cmAuthor id="234" name="未知用户48" initials="未" lastIdx="0" clrIdx="233"/>
  <p:cmAuthor id="235" name="未知用户49" initials="未" lastIdx="0" clrIdx="234"/>
  <p:cmAuthor id="236" name="未知的使用者56" initials="未" lastIdx="0" clrIdx="235"/>
  <p:cmAuthor id="237" name="未知的使用者61" initials="未" lastIdx="0" clrIdx="236"/>
  <p:cmAuthor id="238" name="未知的使用者62" initials="未" lastIdx="0" clrIdx="237"/>
  <p:cmAuthor id="239" name="未知的使用者58" initials="未" lastIdx="0" clrIdx="238"/>
  <p:cmAuthor id="240" name="未知用户50" initials="未" lastIdx="0" clrIdx="239"/>
  <p:cmAuthor id="241" name="未知用户52" initials="未" lastIdx="0" clrIdx="240"/>
  <p:cmAuthor id="242" name="未知的使用者120" initials="未" lastIdx="0" clrIdx="241"/>
  <p:cmAuthor id="243" name="未知的使用者109" initials="未" lastIdx="0" clrIdx="242"/>
  <p:cmAuthor id="244" name="未知的使用者110" initials="未" lastIdx="0" clrIdx="243"/>
  <p:cmAuthor id="245" name="未知的使用者111" initials="未" lastIdx="0" clrIdx="244"/>
  <p:cmAuthor id="246" name="未知的使用者121" initials="未" lastIdx="0" clrIdx="245"/>
  <p:cmAuthor id="247" name="thomas" initials="t" lastIdx="0" clrIdx="246"/>
  <p:cmAuthor id="248" name="未知的使用者113" initials="未" lastIdx="0" clrIdx="247"/>
  <p:cmAuthor id="249" name="韩雨" initials="韩" lastIdx="0" clrIdx="248"/>
  <p:cmAuthor id="250" name="未知的使用者122" initials="未" lastIdx="0" clrIdx="249"/>
  <p:cmAuthor id="251" name="未知的使用者123" initials="未" lastIdx="0" clrIdx="250"/>
  <p:cmAuthor id="252" name="未知的使用者124" initials="未" lastIdx="0" clrIdx="251"/>
  <p:cmAuthor id="253" name="未知的使用者125" initials="未" lastIdx="0" clrIdx="252"/>
  <p:cmAuthor id="254" name="未知的使用者118" initials="未" lastIdx="0" clrIdx="253"/>
  <p:cmAuthor id="255" name="未知的使用者126" initials="未" lastIdx="0" clrIdx="254"/>
  <p:cmAuthor id="256" name="未知用户57" initials="未" lastIdx="0" clrIdx="255"/>
  <p:cmAuthor id="257" name="未知用户58" initials="未" lastIdx="0" clrIdx="256"/>
  <p:cmAuthor id="258" name="未知用户59" initials="未" lastIdx="0" clrIdx="257"/>
  <p:cmAuthor id="259" name="木刀" initials="木" lastIdx="0" clrIdx="258"/>
  <p:cmAuthor id="260" name="yuexuejun" initials="y" lastIdx="0" clrIdx="259"/>
  <p:cmAuthor id="261" name="未知的使用者74" initials="未" lastIdx="0" clrIdx="260"/>
  <p:cmAuthor id="262" name="未知的使用者76" initials="未" lastIdx="0" clrIdx="261"/>
  <p:cmAuthor id="263" name="未知的使用者70" initials="未" lastIdx="0" clrIdx="262"/>
  <p:cmAuthor id="264" name="未知的使用者73" initials="未" lastIdx="0" clrIdx="263"/>
  <p:cmAuthor id="265" name="未知的使用者67" initials="未" lastIdx="0" clrIdx="264"/>
  <p:cmAuthor id="266" name="未知的使用者68" initials="未" lastIdx="0" clrIdx="265"/>
  <p:cmAuthor id="267" name="未知的使用者69" initials="未" lastIdx="0" clrIdx="266"/>
  <p:cmAuthor id="268" name="未知的使用者43" initials="未" lastIdx="0" clrIdx="267"/>
  <p:cmAuthor id="269" name="未知的使用者40" initials="未" lastIdx="0" clrIdx="268"/>
  <p:cmAuthor id="270" name="未知的使用者55" initials="未" lastIdx="0" clrIdx="269"/>
  <p:cmAuthor id="271" name="未知的使用者52" initials="未" lastIdx="0" clrIdx="270"/>
  <p:cmAuthor id="272" name="未知的使用者72" initials="未" lastIdx="0" clrIdx="271"/>
  <p:cmAuthor id="273" name="未知的使用者71" initials="未" lastIdx="0" clrIdx="272"/>
  <p:cmAuthor id="274" name="不明使用者20" initials="不" lastIdx="0" clrIdx="273"/>
  <p:cmAuthor id="275" name="不明使用者21" initials="不" lastIdx="0" clrIdx="274"/>
  <p:cmAuthor id="276" name="不明使用者18" initials="不" lastIdx="0" clrIdx="275"/>
  <p:cmAuthor id="277" name="不明使用者19" initials="不" lastIdx="0" clrIdx="276"/>
  <p:cmAuthor id="278" name="未知用户2" initials="未" lastIdx="0" clrIdx="277"/>
  <p:cmAuthor id="279" name="未知用户93" initials="未" lastIdx="0" clrIdx="278"/>
  <p:cmAuthor id="280" name="未知用户90" initials="未" lastIdx="0" clrIdx="279"/>
  <p:cmAuthor id="281" name="未知用户91" initials="未" lastIdx="0" clrIdx="280"/>
  <p:cmAuthor id="282" name="未知用户92" initials="未" lastIdx="0" clrIdx="281"/>
  <p:cmAuthor id="283" name="未知用户74" initials="未" lastIdx="0" clrIdx="282"/>
  <p:cmAuthor id="284" name="未知用户75" initials="未" lastIdx="0" clrIdx="283"/>
  <p:cmAuthor id="285" name="杨庆甫" initials="杨" lastIdx="0" clrIdx="284"/>
  <p:cmAuthor id="286" name="未知用户76" initials="未" lastIdx="0" clrIdx="285"/>
  <p:cmAuthor id="287" name="未知用户77" initials="未" lastIdx="0" clrIdx="286"/>
  <p:cmAuthor id="288" name="未知用户78" initials="未" lastIdx="0" clrIdx="287"/>
  <p:cmAuthor id="289" name="未知用户79" initials="未" lastIdx="0" clrIdx="288"/>
  <p:cmAuthor id="290" name="未知用户80" initials="未" lastIdx="0" clrIdx="289"/>
  <p:cmAuthor id="291" name="N1rvana" initials="N" lastIdx="0" clrIdx="290"/>
  <p:cmAuthor id="292" name="未知用户81" initials="未" lastIdx="0" clrIdx="291"/>
  <p:cmAuthor id="293" name="未知的使用者95" initials="未" lastIdx="0" clrIdx="292"/>
  <p:cmAuthor id="294" name="未知的使用者92" initials="未" lastIdx="0" clrIdx="293"/>
  <p:cmAuthor id="295" name="未知的使用者93" initials="未" lastIdx="0" clrIdx="294"/>
  <p:cmAuthor id="296" name="未知的使用者94" initials="未" lastIdx="0" clrIdx="295"/>
  <p:cmAuthor id="297" name="Christina" initials="C" lastIdx="0" clrIdx="296"/>
  <p:cmAuthor id="298" name="jet" initials="j" lastIdx="0" clrIdx="297"/>
  <p:cmAuthor id="299" name="chenghui" initials="c" lastIdx="0" clrIdx="298"/>
  <p:cmAuthor id="300" name="未知用户61" initials="未" lastIdx="0" clrIdx="299"/>
  <p:cmAuthor id="301" name="未知用户60" initials="未" lastIdx="0" clrIdx="300"/>
  <p:cmAuthor id="302" name="Unknown User24" initials="U" lastIdx="0" clrIdx="301"/>
  <p:cmAuthor id="303" name="Unknown User25" initials="U" lastIdx="0" clrIdx="302"/>
  <p:cmAuthor id="304" name="Unknown User26" initials="U" lastIdx="0" clrIdx="303"/>
  <p:cmAuthor id="305" name="Unknown User27" initials="U" lastIdx="0" clrIdx="304"/>
  <p:cmAuthor id="306" name="Unknown User28" initials="U" lastIdx="0" clrIdx="305"/>
  <p:cmAuthor id="307" name="Unknown User11" initials="U" lastIdx="0" clrIdx="306"/>
  <p:cmAuthor id="308" name="Unknown User22" initials="U" lastIdx="0" clrIdx="307"/>
  <p:cmAuthor id="309" name="Unknown User23" initials="U" lastIdx="0" clrIdx="308"/>
  <p:cmAuthor id="310" name="未知的使用者112" initials="未" lastIdx="0" clrIdx="309"/>
  <p:cmAuthor id="311" name="未知的使用者107" initials="未" lastIdx="0" clrIdx="310"/>
  <p:cmAuthor id="312" name="未知的使用者108" initials="未" lastIdx="0" clrIdx="311"/>
  <p:cmAuthor id="313" name="未知的使用者98" initials="未" lastIdx="0" clrIdx="312"/>
  <p:cmAuthor id="314" name="未知的使用者145" initials="未" lastIdx="0" clrIdx="313"/>
  <p:cmAuthor id="315" name="未知的使用者146" initials="未" lastIdx="0" clrIdx="314"/>
  <p:cmAuthor id="316" name="未知的使用者147" initials="未" lastIdx="0" clrIdx="315"/>
  <p:cmAuthor id="317" name="未知的使用者144" initials="未" lastIdx="0" clrIdx="316"/>
  <p:cmAuthor id="318" name="未知的使用者133" initials="未" lastIdx="0" clrIdx="317"/>
  <p:cmAuthor id="319" name="未知的使用者134" initials="未" lastIdx="0" clrIdx="318"/>
  <p:cmAuthor id="320" name="未知的使用者135" initials="未" lastIdx="0" clrIdx="319"/>
  <p:cmAuthor id="321" name="未知的使用者136" initials="未" lastIdx="0" clrIdx="320"/>
  <p:cmAuthor id="322" name="未知的使用者137" initials="未" lastIdx="0" clrIdx="321"/>
  <p:cmAuthor id="323" name="未知的使用者138" initials="未" lastIdx="0" clrIdx="322"/>
  <p:cmAuthor id="324" name="未知的使用者139" initials="未" lastIdx="0" clrIdx="323"/>
  <p:cmAuthor id="325" name="未知的使用者140" initials="未" lastIdx="0" clrIdx="324"/>
  <p:cmAuthor id="326" name="未知的使用者197" initials="未" lastIdx="0" clrIdx="325"/>
  <p:cmAuthor id="327" name="未知的使用者162" initials="未" lastIdx="0" clrIdx="326"/>
  <p:cmAuthor id="328" name="未知的使用者163" initials="未" lastIdx="0" clrIdx="327"/>
  <p:cmAuthor id="329" name="未知的使用者170" initials="未" lastIdx="0" clrIdx="328"/>
  <p:cmAuthor id="330" name="未知的使用者165" initials="未" lastIdx="0" clrIdx="329"/>
  <p:cmAuthor id="331" name="未知的使用者158" initials="未" lastIdx="0" clrIdx="330"/>
  <p:cmAuthor id="332" name="未知的使用者148" initials="未" lastIdx="0" clrIdx="331"/>
  <p:cmAuthor id="333" name="未知的使用者149" initials="未" lastIdx="0" clrIdx="332"/>
  <p:cmAuthor id="334" name="未知的使用者150" initials="未" lastIdx="0" clrIdx="333"/>
  <p:cmAuthor id="335" name="未知的使用者166" initials="未" lastIdx="0" clrIdx="334"/>
  <p:cmAuthor id="336" name="未知的使用者167" initials="未" lastIdx="0" clrIdx="335"/>
  <p:cmAuthor id="337" name="未知的使用者159" initials="未" lastIdx="0" clrIdx="336"/>
  <p:cmAuthor id="338" name="未知的使用者160" initials="未" lastIdx="0" clrIdx="337"/>
  <p:cmAuthor id="339" name="未知的使用者168" initials="未" lastIdx="0" clrIdx="338"/>
  <p:cmAuthor id="340" name="未知的使用者169" initials="未" lastIdx="0" clrIdx="339"/>
  <p:cmAuthor id="341" name="未知的使用者117" initials="未" lastIdx="0" clrIdx="340"/>
  <p:cmAuthor id="342" name="未知的使用者115" initials="未" lastIdx="0" clrIdx="341"/>
  <p:cmAuthor id="343" name="未知的使用者119" initials="未" lastIdx="0" clrIdx="342"/>
  <p:cmAuthor id="344" name="clinchen" initials="c" lastIdx="0" clrIdx="343"/>
  <p:cmAuthor id="345" name="未知用户45" initials="未" lastIdx="0" clrIdx="344"/>
  <p:cmAuthor id="346" name="未知用户7" initials="未" lastIdx="0" clrIdx="345"/>
  <p:cmAuthor id="347" name="未知的使用者198" initials="未" lastIdx="0" clrIdx="346"/>
  <p:cmAuthor id="348" name="未知的使用者205" initials="未" lastIdx="0" clrIdx="347"/>
  <p:cmAuthor id="349" name="未知的使用者200" initials="未" lastIdx="0" clrIdx="348"/>
  <p:cmAuthor id="350" name="未知的使用者181" initials="未" lastIdx="0" clrIdx="349"/>
  <p:cmAuthor id="351" name="chenrd" initials="c" lastIdx="0" clrIdx="350"/>
  <p:cmAuthor id="352" name="未知的使用者194" initials="未" lastIdx="0" clrIdx="351"/>
  <p:cmAuthor id="353" name="未知的使用者182" initials="未" lastIdx="0" clrIdx="352"/>
  <p:cmAuthor id="354" name="未知的使用者183" initials="未" lastIdx="0" clrIdx="353"/>
  <p:cmAuthor id="355" name="未知的使用者184" initials="未" lastIdx="0" clrIdx="354"/>
  <p:cmAuthor id="356" name="未知的使用者185" initials="未" lastIdx="0" clrIdx="355"/>
  <p:cmAuthor id="357" name="未知的使用者186" initials="未" lastIdx="0" clrIdx="356"/>
  <p:cmAuthor id="358" name="未知的使用者187" initials="未" lastIdx="0" clrIdx="357"/>
  <p:cmAuthor id="359" name="未知的使用者201" initials="未" lastIdx="0" clrIdx="358"/>
  <p:cmAuthor id="360" name="未知的使用者202" initials="未" lastIdx="0" clrIdx="359"/>
  <p:cmAuthor id="361" name="未知的使用者171" initials="未" lastIdx="0" clrIdx="360"/>
  <p:cmAuthor id="362" name="未知的使用者195" initials="未" lastIdx="0" clrIdx="361"/>
  <p:cmAuthor id="363" name="未知的使用者173" initials="未" lastIdx="0" clrIdx="362"/>
  <p:cmAuthor id="364" name="未知的使用者196" initials="未" lastIdx="0" clrIdx="363"/>
  <p:cmAuthor id="365" name="未知的使用者175" initials="未" lastIdx="0" clrIdx="364"/>
  <p:cmAuthor id="366" name="未知的使用者203" initials="未" lastIdx="0" clrIdx="365"/>
  <p:cmAuthor id="367" name="soji" initials="s" lastIdx="0" clrIdx="366"/>
  <p:cmAuthor id="368" name="未知的使用者204" initials="未" lastIdx="0" clrIdx="367"/>
  <p:cmAuthor id="369" name="未知的使用者41" initials="未" lastIdx="0" clrIdx="368"/>
  <p:cmAuthor id="370" name="未知的使用者42" initials="未" lastIdx="0" clrIdx="369"/>
  <p:cmAuthor id="371" name="Evonlin" initials="E" lastIdx="0" clrIdx="370"/>
  <p:cmAuthor id="372" name="未知的使用者39" initials="未" lastIdx="0" clrIdx="371"/>
  <p:cmAuthor id="373" name="未知的使用者38" initials="未" lastIdx="0" clrIdx="372"/>
  <p:cmAuthor id="374" name="未知用户37" initials="未" lastIdx="0" clrIdx="373"/>
  <p:cmAuthor id="375" name="未知用户38" initials="未" lastIdx="0" clrIdx="374"/>
  <p:cmAuthor id="376" name="未知用户39" initials="未" lastIdx="0" clrIdx="375"/>
  <p:cmAuthor id="377" name="Admin" initials="A" lastIdx="0" clrIdx="376"/>
  <p:cmAuthor id="378" name="未知的使用者64" initials="未" lastIdx="0" clrIdx="377"/>
  <p:cmAuthor id="379" name="未知的使用者65" initials="未" lastIdx="0" clrIdx="378"/>
  <p:cmAuthor id="380" name="未知的使用者66" initials="未" lastIdx="0" clrIdx="379"/>
  <p:cmAuthor id="381" name="未知的使用者57" initials="未" lastIdx="0" clrIdx="380"/>
  <p:cmAuthor id="382" name="未知用户35" initials="未" lastIdx="0" clrIdx="381"/>
  <p:cmAuthor id="383" name="未知用户36" initials="未" lastIdx="0" clrIdx="382"/>
  <p:cmAuthor id="384" name="未知用户26" initials="未" lastIdx="0" clrIdx="383"/>
  <p:cmAuthor id="385" name="未知用户23" initials="未" lastIdx="0" clrIdx="384"/>
  <p:cmAuthor id="386" name="未知用户29" initials="未" lastIdx="0" clrIdx="385"/>
  <p:cmAuthor id="387" name="宗凌红" initials="宗" lastIdx="0" clrIdx="386"/>
  <p:cmAuthor id="388" name="未知用户30" initials="未" lastIdx="0" clrIdx="387"/>
  <p:cmAuthor id="389" name="未知用户31" initials="未" lastIdx="0" clrIdx="388"/>
  <p:cmAuthor id="390" name="未知用户32" initials="未" lastIdx="0" clrIdx="389"/>
  <p:cmAuthor id="391" name="未知用户33" initials="未" lastIdx="0" clrIdx="390"/>
  <p:cmAuthor id="392" name="未知用户34" initials="未" lastIdx="0" clrIdx="391"/>
  <p:cmAuthor id="393" name="huang gerrard" initials="h" lastIdx="0" clrIdx="392"/>
  <p:cmAuthor id="394" name="xuanyuanxuanyi dad" initials="xd" lastIdx="0" clrIdx="393"/>
  <p:cmAuthor id="395" name="kingdee" initials="k" lastIdx="0" clrIdx="394"/>
  <p:cmAuthor id="396" name="未知用户162" initials="未" lastIdx="0" clrIdx="395"/>
  <p:cmAuthor id="397" name="未知用户149" initials="未" lastIdx="0" clrIdx="396"/>
  <p:cmAuthor id="398" name="未知用户146" initials="未" lastIdx="0" clrIdx="397"/>
  <p:cmAuthor id="399" name="未知用户147" initials="未" lastIdx="0" clrIdx="398"/>
  <p:cmAuthor id="400" name="刘仕俭" initials="刘" lastIdx="0" clrIdx="399"/>
  <p:cmAuthor id="401" name="Changing Zhuang" initials="C" lastIdx="0" clrIdx="400"/>
  <p:cmAuthor id="402" name="未知用户177" initials="未" lastIdx="0" clrIdx="401"/>
  <p:cmAuthor id="403" name="未知用户178" initials="未" lastIdx="0" clrIdx="402"/>
  <p:cmAuthor id="404" name="未知用户179" initials="未" lastIdx="0" clrIdx="403"/>
  <p:cmAuthor id="405" name="未知用户180" initials="未" lastIdx="0" clrIdx="404"/>
  <p:cmAuthor id="406" name="董昕宇" initials="董" lastIdx="0" clrIdx="405"/>
  <p:cmAuthor id="407" name="未知用户181" initials="未" lastIdx="0" clrIdx="406"/>
  <p:cmAuthor id="408" name="Guo_QNr2umqe" initials="authorId_627343686" lastIdx="0" clrIdx="407"/>
  <p:cmAuthor id="409" name="未知用户182" initials="未" lastIdx="0" clrIdx="408"/>
  <p:cmAuthor id="410" name="未知用户183" initials="未" lastIdx="0" clrIdx="409"/>
  <p:cmAuthor id="411" name="未知用户184" initials="未" lastIdx="0" clrIdx="410"/>
  <p:cmAuthor id="412" name="未知用户187" initials="未" lastIdx="0" clrIdx="411"/>
  <p:cmAuthor id="413" name="未知用户185" initials="未" lastIdx="0" clrIdx="412"/>
  <p:cmAuthor id="414" name="未知用户186" initials="未" lastIdx="0" clrIdx="413"/>
  <p:cmAuthor id="415" name="哒哒 熊猫" initials="哒" lastIdx="0" clrIdx="414"/>
  <p:cmAuthor id="416" name="Yun-Ting Tseng" initials="Y" lastIdx="0" clrIdx="415"/>
  <p:cmAuthor id="417" name="Miss 豆" initials="M" lastIdx="0" clrIdx="416"/>
  <p:cmAuthor id="418" name="G" initials="G" lastIdx="0" clrIdx="417"/>
  <p:cmAuthor id="419" name="我" initials="我" lastIdx="0" clrIdx="418"/>
  <p:cmAuthor id="420" name="??" initials="?" lastIdx="0" clrIdx="419"/>
  <p:cmAuthor id="421" name="hao liu" initials="h" lastIdx="0" clrIdx="420"/>
  <p:cmAuthor id="422" name="未知用户108" initials="未" lastIdx="0" clrIdx="421"/>
  <p:cmAuthor id="423" name="未知用户72" initials="未" lastIdx="0" clrIdx="422"/>
  <p:cmAuthor id="424" name="未知用户73" initials="未" lastIdx="0" clrIdx="423"/>
  <p:cmAuthor id="425" name="未知用户110" initials="未" lastIdx="0" clrIdx="424"/>
  <p:cmAuthor id="426" name="百里 长青" initials="百" lastIdx="0" clrIdx="425"/>
  <p:cmAuthor id="427" name="熘?" initials="熘" lastIdx="0" clrIdx="426"/>
  <p:cmAuthor id="428" name="cpic" initials="c" lastIdx="0" clrIdx="427"/>
  <p:cmAuthor id="429" name="谷雨" initials="谷" lastIdx="0" clrIdx="428"/>
  <p:cmAuthor id="430" name="taowei" initials="t" lastIdx="0" clrIdx="429"/>
  <p:cmAuthor id="431" name="中星 叶" initials="中" lastIdx="0" clrIdx="430"/>
  <p:cmAuthor id="432" name="Dizzy" initials="D" lastIdx="0" clrIdx="431"/>
  <p:cmAuthor id="433" name="倚海听风" initials="倚" lastIdx="0" clrIdx="432"/>
  <p:cmAuthor id="434" name="CodonMedical" initials="C" lastIdx="0" clrIdx="433"/>
  <p:cmAuthor id="435" name="Yvonne Lin" initials="Y" lastIdx="0" clrIdx="434"/>
  <p:cmAuthor id="436" name="Gallivan, John-Paul {MDAO~Basel}" initials="G" lastIdx="0" clrIdx="435"/>
  <p:cmAuthor id="437" name="Helms, Hans-Joachim {MDBA~Basel}" initials="H" lastIdx="0" clrIdx="436"/>
  <p:cmAuthor id="438" name="Codon Medical" initials="C" lastIdx="0" clrIdx="437"/>
  <p:cmAuthor id="439" name="Petersen, Jenny {MDBD~South San Francisco}" initials="P" lastIdx="0" clrIdx="438"/>
  <p:cmAuthor id="440" name="刘风香" initials="刘" lastIdx="0" clrIdx="439"/>
  <p:cmAuthor id="441" name="feng wei" initials="f" lastIdx="0" clrIdx="440"/>
  <p:cmAuthor id="442" name="Meredith Kalish" initials="M" lastIdx="0" clrIdx="441"/>
  <p:cmAuthor id="443" name="Mary Beattie" initials="M" lastIdx="0" clrIdx="442"/>
  <p:cmAuthor id="444" name="Melanie Smitt" initials="M" lastIdx="0" clrIdx="443"/>
  <p:cmAuthor id="445" name="Andrea Michels" initials="A" lastIdx="0" clrIdx="444"/>
  <p:cmAuthor id="446" name="Daniel Clyde (HI)" initials="D" lastIdx="0" clrIdx="445"/>
  <p:cmAuthor id="447" name="Fitzpatrick, Nicole {MGAO~Basel}" initials="F" lastIdx="0" clrIdx="446"/>
  <p:cmAuthor id="448" name="Kate Rijnen" initials="K" lastIdx="0" clrIdx="447"/>
  <p:cmAuthor id="449" name="殷格非" initials="殷" lastIdx="0" clrIdx="448"/>
  <p:cmAuthor id="450" name="Mark McGregor (HI)" initials="M" lastIdx="0" clrIdx="449"/>
  <p:cmAuthor id="451" name="z r" initials="zr" lastIdx="0" clrIdx="450"/>
  <p:cmAuthor id="452" name="Machackova, Zuzana {MDAO~Basel}" initials="M" lastIdx="0" clrIdx="451"/>
  <p:cmAuthor id="453" name="lc xue" initials="lx" lastIdx="0" clrIdx="452"/>
  <p:cmAuthor id="454" name="Franca, Ryan {MDAO~Basel}" initials="F" lastIdx="0" clrIdx="453"/>
  <p:cmAuthor id="455" name="孟芳芳（借调）" initials="V" lastIdx="0" clrIdx="454"/>
  <p:cmAuthor id="456" name="Bart Baranowski (HI)" initials="B" lastIdx="0" clrIdx="455"/>
  <p:cmAuthor id="457" name="小延魔法师" initials="小" lastIdx="0" clrIdx="456"/>
  <p:cmAuthor id="458" name="Helen Keyworth (HI)" initials="H" lastIdx="0" clrIdx="457"/>
  <p:cmAuthor id="459" name="徐 正国" initials="徐" lastIdx="0" clrIdx="458"/>
  <p:cmAuthor id="460" name="Louise Adamson (HI)" initials="L" lastIdx="0" clrIdx="459"/>
  <p:cmAuthor id="461" name="Andrew Moss (HI)" initials="A" lastIdx="0" clrIdx="460"/>
  <p:cmAuthor id="462" name="David Morgan (HI)" initials="D" lastIdx="0" clrIdx="461"/>
  <p:cmAuthor id="463" name="Kate Sillitoe (HI)" initials="K" lastIdx="0" clrIdx="462"/>
  <p:cmAuthor id="464" name="孟轩君" initials="孟" lastIdx="0" clrIdx="463"/>
  <p:cmAuthor id="465" name="hpguan" initials="h" lastIdx="0" clrIdx="464"/>
  <p:cmAuthor id="466" name="miaott" initials="m" lastIdx="0" clrIdx="465"/>
  <p:cmAuthor id="467" name="齐涛" initials="齐" lastIdx="0" clrIdx="466"/>
  <p:cmAuthor id="468" name="zhaoby01" initials="z" lastIdx="0" clrIdx="467"/>
  <p:cmAuthor id="469" name="Lydia" initials="L" lastIdx="0" clrIdx="468"/>
  <p:cmAuthor id="470" name="fengyuan03" initials="f" lastIdx="0" clrIdx="469"/>
  <p:cmAuthor id="471" name="古二蛋" initials="古" lastIdx="0" clrIdx="470"/>
  <p:cmAuthor id="472" name="xusha" initials="x" lastIdx="0" clrIdx="471"/>
  <p:cmAuthor id="473" name="李 东科" initials="李" lastIdx="0" clrIdx="472"/>
  <p:cmAuthor id="474" name="甘源" initials="甘" lastIdx="0" clrIdx="473"/>
  <p:cmAuthor id="475" name="何富军" initials="何" lastIdx="0" clrIdx="474"/>
  <p:cmAuthor id="476" name="闫秀丽" initials="闫" lastIdx="0" clrIdx="475"/>
  <p:cmAuthor id="477" name="fafa" initials="f" lastIdx="0" clrIdx="476"/>
  <p:cmAuthor id="478" name="qatr130" initials="q" lastIdx="0" clrIdx="477"/>
  <p:cmAuthor id="479" name="zmz" initials="z" lastIdx="0" clrIdx="478"/>
  <p:cmAuthor id="480" name="袁正海" initials="袁" lastIdx="0" clrIdx="479"/>
  <p:cmAuthor id="481" name="未知用户84" initials="未" lastIdx="0" clrIdx="480"/>
  <p:cmAuthor id="482" name="未知用户88" initials="未" lastIdx="0" clrIdx="481"/>
  <p:cmAuthor id="483" name="未知用户94" initials="未" lastIdx="0" clrIdx="482"/>
  <p:cmAuthor id="484" name="未知用户95" initials="未" lastIdx="0" clrIdx="483"/>
  <p:cmAuthor id="485" name="未知用户96" initials="未" lastIdx="0" clrIdx="484"/>
  <p:cmAuthor id="486" name="未知用户99" initials="未" lastIdx="0" clrIdx="485"/>
  <p:cmAuthor id="487" name="橙子" initials="橙" lastIdx="0" clrIdx="486"/>
  <p:cmAuthor id="488" name="加 林" initials="加" lastIdx="0" clrIdx="487"/>
  <p:cmAuthor id="489" name="wenle369@sina.com" initials="w" lastIdx="0" clrIdx="488"/>
  <p:cmAuthor id="490" name="未知用户418" initials="未" lastIdx="0" clrIdx="489"/>
  <p:cmAuthor id="491" name="未知用户271" initials="未" lastIdx="0" clrIdx="490"/>
  <p:cmAuthor id="492" name="think" initials="t" lastIdx="0" clrIdx="491"/>
  <p:cmAuthor id="493" name="过 去" initials="过" lastIdx="0" clrIdx="492"/>
  <p:cmAuthor id="494" name="ChinaUser" initials="C" lastIdx="0" clrIdx="493"/>
  <p:cmAuthor id="495" name="linkplus" initials="l" lastIdx="0" clrIdx="494"/>
  <p:cmAuthor id="496" name="未知用户118" initials="未" lastIdx="0" clrIdx="495"/>
  <p:cmAuthor id="497" name="未知用户119" initials="未" lastIdx="0" clrIdx="496"/>
  <p:cmAuthor id="498" name="未知用户120" initials="未" lastIdx="0" clrIdx="497"/>
  <p:cmAuthor id="499" name="未知用户121" initials="未" lastIdx="0" clrIdx="498"/>
  <p:cmAuthor id="500" name="未知用户122" initials="未" lastIdx="0" clrIdx="499"/>
  <p:cmAuthor id="501" name="未知用户123" initials="未" lastIdx="0" clrIdx="500"/>
  <p:cmAuthor id="502" name="未知用户124" initials="未" lastIdx="0" clrIdx="501"/>
  <p:cmAuthor id="503" name="未知用户125" initials="未" lastIdx="0" clrIdx="502"/>
  <p:cmAuthor id="504" name="未知用户126" initials="未" lastIdx="0" clrIdx="503"/>
  <p:cmAuthor id="505" name="未知用户127" initials="未" lastIdx="0" clrIdx="504"/>
  <p:cmAuthor id="506" name="未知用户128" initials="未" lastIdx="0" clrIdx="505"/>
  <p:cmAuthor id="507" name="未知用户129" initials="未" lastIdx="0" clrIdx="506"/>
  <p:cmAuthor id="508" name="未知用户130" initials="未" lastIdx="0" clrIdx="507"/>
  <p:cmAuthor id="509" name="未知用户131" initials="未" lastIdx="0" clrIdx="508"/>
  <p:cmAuthor id="510" name="未知用户132" initials="未" lastIdx="0" clrIdx="509"/>
  <p:cmAuthor id="511" name="未知用户133" initials="未" lastIdx="0" clrIdx="510"/>
  <p:cmAuthor id="512" name="未知用户134" initials="未" lastIdx="0" clrIdx="511"/>
  <p:cmAuthor id="513" name="未知用户135" initials="未" lastIdx="0" clrIdx="512"/>
  <p:cmAuthor id="514" name="人工智能" initials="人" lastIdx="0" clrIdx="513"/>
  <p:cmAuthor id="515" name="未知用户136" initials="未" lastIdx="0" clrIdx="514"/>
  <p:cmAuthor id="516" name="未知用户137" initials="未" lastIdx="0" clrIdx="515"/>
  <p:cmAuthor id="517" name="未知用户138" initials="未" lastIdx="0" clrIdx="516"/>
  <p:cmAuthor id="518" name="勤" initials="勤" lastIdx="0" clrIdx="517"/>
  <p:cmAuthor id="519" name="未知用户141" initials="未" lastIdx="0" clrIdx="518"/>
  <p:cmAuthor id="520" name="未知用户142" initials="未" lastIdx="0" clrIdx="519"/>
  <p:cmAuthor id="521" name="未知用户143" initials="未" lastIdx="0" clrIdx="520"/>
  <p:cmAuthor id="522" name="未知用户144" initials="未" lastIdx="0" clrIdx="521"/>
  <p:cmAuthor id="523" name="未知用户145" initials="未" lastIdx="0" clrIdx="522"/>
  <p:cmAuthor id="524" name="未知用户114" initials="未" lastIdx="0" clrIdx="523"/>
  <p:cmAuthor id="525" name="未知用户115" initials="未" lastIdx="0" clrIdx="524"/>
  <p:cmAuthor id="526" name="未知用户116" initials="未" lastIdx="0" clrIdx="525"/>
  <p:cmAuthor id="527" name="未知用户117" initials="未" lastIdx="0" clrIdx="526"/>
  <p:cmAuthor id="528" name="未知用户139" initials="未" lastIdx="0" clrIdx="527"/>
  <p:cmAuthor id="529" name="未知用户188" initials="未" lastIdx="0" clrIdx="528"/>
  <p:cmAuthor id="530" name="未知用户189" initials="未" lastIdx="0" clrIdx="529"/>
  <p:cmAuthor id="531" name="未知用户165" initials="未" lastIdx="0" clrIdx="530"/>
  <p:cmAuthor id="532" name="未知用户166" initials="未" lastIdx="0" clrIdx="531"/>
  <p:cmAuthor id="533" name="未知用户167" initials="未" lastIdx="0" clrIdx="532"/>
  <p:cmAuthor id="534" name="未知用户168" initials="未" lastIdx="0" clrIdx="533"/>
  <p:cmAuthor id="535" name="未知用户169" initials="未" lastIdx="0" clrIdx="534"/>
  <p:cmAuthor id="536" name="未知用户170" initials="未" lastIdx="0" clrIdx="535"/>
  <p:cmAuthor id="537" name="未知用户171" initials="未" lastIdx="0" clrIdx="536"/>
  <p:cmAuthor id="538" name="未知用户172" initials="未" lastIdx="0" clrIdx="537"/>
  <p:cmAuthor id="539" name="未知用户173" initials="未" lastIdx="0" clrIdx="538"/>
  <p:cmAuthor id="540" name="未知用户174" initials="未" lastIdx="0" clrIdx="539"/>
  <p:cmAuthor id="541" name="邱酷" initials="邱" lastIdx="0" clrIdx="540"/>
  <p:cmAuthor id="542" name="未知用户175" initials="未" lastIdx="0" clrIdx="541"/>
  <p:cmAuthor id="543" name="未知用户176" initials="未" lastIdx="0" clrIdx="542"/>
  <p:cmAuthor id="544" name="未知用户68" initials="未" lastIdx="0" clrIdx="543"/>
  <p:cmAuthor id="545" name="未知用户65" initials="未" lastIdx="0" clrIdx="544"/>
  <p:cmAuthor id="546" name="MICKEY_UG" initials="M" lastIdx="0" clrIdx="545"/>
  <p:cmAuthor id="547" name="alen" initials="a" lastIdx="0" clrIdx="546"/>
  <p:cmAuthor id="548" name="林晶" initials="林" lastIdx="0" clrIdx="547"/>
  <p:cmAuthor id="549" name="USER" initials="U" lastIdx="0" clrIdx="548"/>
  <p:cmAuthor id="550" name="王 一鸣" initials="王" lastIdx="0" clrIdx="549"/>
  <p:cmAuthor id="551" name="Well Li" initials="W" lastIdx="0" clrIdx="550"/>
  <p:cmAuthor id="552" name="任俊宣" initials="任" lastIdx="0" clrIdx="551"/>
  <p:cmAuthor id="553" name="taojingxun" initials="t" lastIdx="0" clrIdx="552"/>
  <p:cmAuthor id="554" name="未知用户198" initials="未" lastIdx="0" clrIdx="553"/>
  <p:cmAuthor id="555" name="未知用户150" initials="未" lastIdx="0" clrIdx="554"/>
  <p:cmAuthor id="556" name="未知用户220" initials="未" lastIdx="0" clrIdx="555"/>
  <p:cmAuthor id="557" name="未知用户221" initials="未" lastIdx="0" clrIdx="556"/>
  <p:cmAuthor id="558" name="未知用户199" initials="未" lastIdx="0" clrIdx="557"/>
  <p:cmAuthor id="559" name="一1381487801" initials="一" lastIdx="0" clrIdx="558"/>
  <p:cmAuthor id="560" name="未知用户200" initials="未" lastIdx="0" clrIdx="559"/>
  <p:cmAuthor id="561" name="未知用户201" initials="未" lastIdx="0" clrIdx="560"/>
  <p:cmAuthor id="562" name="未知用户214" initials="未" lastIdx="0" clrIdx="561"/>
  <p:cmAuthor id="563" name="未知用户216" initials="未" lastIdx="0" clrIdx="562"/>
  <p:cmAuthor id="564" name="未知用户202" initials="未" lastIdx="0" clrIdx="563"/>
  <p:cmAuthor id="565" name="未知用户203" initials="未" lastIdx="0" clrIdx="564"/>
  <p:cmAuthor id="566" name="未知用户204" initials="未" lastIdx="0" clrIdx="565"/>
  <p:cmAuthor id="567" name="未知用户205" initials="未" lastIdx="0" clrIdx="566"/>
  <p:cmAuthor id="568" name="未知用户206" initials="未" lastIdx="0" clrIdx="567"/>
  <p:cmAuthor id="569" name="未知用户207" initials="未" lastIdx="0" clrIdx="568"/>
  <p:cmAuthor id="570" name="未知用户208" initials="未" lastIdx="0" clrIdx="569"/>
  <p:cmAuthor id="571" name="未知用户209" initials="未" lastIdx="0" clrIdx="570"/>
  <p:cmAuthor id="572" name="未知用户210" initials="未" lastIdx="0" clrIdx="571"/>
  <p:cmAuthor id="573" name="未知用户213" initials="未" lastIdx="0" clrIdx="572"/>
  <p:cmAuthor id="574" name="未知用户211" initials="未" lastIdx="0" clrIdx="573"/>
  <p:cmAuthor id="575" name="?定义" initials="?" lastIdx="0" clrIdx="574"/>
  <p:cmAuthor id="576" name="sxp" initials="s" lastIdx="0" clrIdx="575"/>
  <p:cmAuthor id="577" name="allan" initials="a" lastIdx="0" clrIdx="576"/>
  <p:cmAuthor id="578" name="张晓燚_fyeym2I3" initials="authorId_44751071" lastIdx="0" clrIdx="577"/>
  <p:cmAuthor id="579" name="王丽倩_rIJ37v2M" initials="authorId_3014419579" lastIdx="0" clrIdx="578"/>
  <p:cmAuthor id="580" name="程臻_JzeuN3qQ" initials="authorId_2702193" lastIdx="0" clrIdx="579"/>
  <p:cmAuthor id="581" name="伟 龚" initials="伟龚" lastIdx="0" clrIdx="580"/>
  <p:cmAuthor id="582" name="2212858804@qq.com" initials="" lastIdx="0" clrIdx="581"/>
  <p:cmAuthor id="583" name="浅蓝天空" initials="浅" lastIdx="0" clrIdx="582"/>
  <p:cmAuthor id="584" name="王 金谦" initials="王" lastIdx="0" clrIdx="583"/>
  <p:cmAuthor id="585" name="未知用户197" initials="未" lastIdx="0" clrIdx="584"/>
  <p:cmAuthor id="586" name="曾蓓/贝贝" initials="曾" lastIdx="0" clrIdx="585"/>
  <p:cmAuthor id="587" name="庞宇" initials="庞" lastIdx="0" clrIdx="586"/>
  <p:cmAuthor id="588" name="snowball" initials="s" lastIdx="0" clrIdx="587"/>
  <p:cmAuthor id="589" name="未知用户337" initials="未" lastIdx="0" clrIdx="588"/>
  <p:cmAuthor id="590" name="未知用户336" initials="未" lastIdx="0" clrIdx="589"/>
  <p:cmAuthor id="591" name="未知用户318" initials="未" lastIdx="0" clrIdx="590"/>
  <p:cmAuthor id="592" name="未知用户320" initials="未" lastIdx="0" clrIdx="591"/>
  <p:cmAuthor id="593" name="未知用户322" initials="未" lastIdx="0" clrIdx="592"/>
  <p:cmAuthor id="594" name="未知用户323" initials="未" lastIdx="0" clrIdx="593"/>
  <p:cmAuthor id="595" name="未知用户287" initials="未" lastIdx="0" clrIdx="594"/>
  <p:cmAuthor id="596" name="未知用户324" initials="未" lastIdx="0" clrIdx="595"/>
  <p:cmAuthor id="597" name="未知用户325" initials="未" lastIdx="0" clrIdx="596"/>
  <p:cmAuthor id="598" name="未知用户290" initials="未" lastIdx="0" clrIdx="597"/>
  <p:cmAuthor id="599" name="未知用户291" initials="未" lastIdx="0" clrIdx="598"/>
  <p:cmAuthor id="600" name="未知用户292" initials="未" lastIdx="0" clrIdx="599"/>
  <p:cmAuthor id="601" name="未知用户293" initials="未" lastIdx="0" clrIdx="600"/>
  <p:cmAuthor id="602" name="未知用户294" initials="未" lastIdx="0" clrIdx="601"/>
  <p:cmAuthor id="603" name="未知用户295" initials="未" lastIdx="0" clrIdx="602"/>
  <p:cmAuthor id="604" name="未知用户326" initials="未" lastIdx="0" clrIdx="603"/>
  <p:cmAuthor id="605" name="未知用户327" initials="未" lastIdx="0" clrIdx="604"/>
  <p:cmAuthor id="606" name="未知用户328" initials="未" lastIdx="0" clrIdx="605"/>
  <p:cmAuthor id="607" name="未知用户299" initials="未" lastIdx="0" clrIdx="606"/>
  <p:cmAuthor id="608" name="未知用户300" initials="未" lastIdx="0" clrIdx="607"/>
  <p:cmAuthor id="609" name="未知用户301" initials="未" lastIdx="0" clrIdx="608"/>
  <p:cmAuthor id="610" name="未知用户302" initials="未" lastIdx="0" clrIdx="609"/>
  <p:cmAuthor id="611" name="未知用户303" initials="未" lastIdx="0" clrIdx="610"/>
  <p:cmAuthor id="612" name="未知用户304" initials="未" lastIdx="0" clrIdx="611"/>
  <p:cmAuthor id="613" name="未知用户305" initials="未" lastIdx="0" clrIdx="612"/>
  <p:cmAuthor id="614" name="未知用户306" initials="未" lastIdx="0" clrIdx="613"/>
  <p:cmAuthor id="615" name="未知用户222" initials="未" lastIdx="0" clrIdx="614"/>
  <p:cmAuthor id="616" name="未知用户224" initials="未" lastIdx="0" clrIdx="615"/>
  <p:cmAuthor id="617" name="未知用户332" initials="未" lastIdx="0" clrIdx="616"/>
  <p:cmAuthor id="618" name="施普希（菜菜）" initials="施" lastIdx="0" clrIdx="617"/>
  <p:cmAuthor id="619" name="未知用户309" initials="未" lastIdx="0" clrIdx="618"/>
  <p:cmAuthor id="620" name="xiefuwen" initials="xfw" lastIdx="0" clrIdx="619"/>
  <p:cmAuthor id="621" name="suntina" initials="s" lastIdx="0" clrIdx="620"/>
  <p:cmAuthor id="622" name="未知用户310" initials="未" lastIdx="0" clrIdx="621"/>
  <p:cmAuthor id="623" name="未知用户311" initials="未" lastIdx="0" clrIdx="622"/>
  <p:cmAuthor id="624" name="未知用户312" initials="未" lastIdx="0" clrIdx="623"/>
  <p:cmAuthor id="625" name="未知用户313" initials="未" lastIdx="0" clrIdx="624"/>
  <p:cmAuthor id="626" name="未知用户335" initials="未" lastIdx="0" clrIdx="625"/>
  <p:cmAuthor id="627" name="未知用户316" initials="未" lastIdx="0" clrIdx="626"/>
  <p:cmAuthor id="628" name="未知用户277" initials="未" lastIdx="0" clrIdx="627"/>
  <p:cmAuthor id="629" name="未知用户278" initials="未" lastIdx="0" clrIdx="628"/>
  <p:cmAuthor id="630" name="未知用户272" initials="未" lastIdx="0" clrIdx="62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60" y="13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Wednesday 2026-08-26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92"/>
          <p:cNvSpPr txBox="1"/>
          <p:nvPr/>
        </p:nvSpPr>
        <p:spPr>
          <a:xfrm>
            <a:off x="967376" y="283948"/>
            <a:ext cx="2870444" cy="4781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>
              <a:buClrTx/>
              <a:buSzTx/>
              <a:buNone/>
            </a:pPr>
            <a:r>
              <a:rPr lang="zh-CN" altLang="en-US" b="1" dirty="0">
                <a:solidFill>
                  <a:srgbClr val="016F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工作概览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946390" y="466090"/>
            <a:ext cx="4030980" cy="359410"/>
            <a:chOff x="12514" y="734"/>
            <a:chExt cx="6348" cy="566"/>
          </a:xfrm>
        </p:grpSpPr>
        <p:sp>
          <p:nvSpPr>
            <p:cNvPr id="34" name="矩形 33"/>
            <p:cNvSpPr/>
            <p:nvPr/>
          </p:nvSpPr>
          <p:spPr>
            <a:xfrm>
              <a:off x="14650" y="734"/>
              <a:ext cx="2097" cy="567"/>
            </a:xfrm>
            <a:prstGeom prst="rect">
              <a:avLst/>
            </a:prstGeom>
            <a:solidFill>
              <a:srgbClr val="E8EFF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500" b="1" dirty="0">
                  <a:solidFill>
                    <a:srgbClr val="7FC5C4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工作要求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16766" y="734"/>
              <a:ext cx="2097" cy="567"/>
            </a:xfrm>
            <a:prstGeom prst="rect">
              <a:avLst/>
            </a:prstGeom>
            <a:solidFill>
              <a:srgbClr val="E8EFF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500" b="1" dirty="0">
                  <a:solidFill>
                    <a:srgbClr val="7FC5C4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工作安排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12514" y="734"/>
              <a:ext cx="2098" cy="567"/>
            </a:xfrm>
            <a:prstGeom prst="rect">
              <a:avLst/>
            </a:prstGeom>
            <a:solidFill>
              <a:srgbClr val="2F8A8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5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目标思路</a:t>
              </a:r>
            </a:p>
          </p:txBody>
        </p:sp>
      </p:grpSp>
      <p:cxnSp>
        <p:nvCxnSpPr>
          <p:cNvPr id="766" name="直线连接符 291"/>
          <p:cNvCxnSpPr/>
          <p:nvPr>
            <p:custDataLst>
              <p:tags r:id="rId1"/>
            </p:custDataLst>
          </p:nvPr>
        </p:nvCxnSpPr>
        <p:spPr>
          <a:xfrm>
            <a:off x="314325" y="4608195"/>
            <a:ext cx="128206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直线连接符 292"/>
          <p:cNvCxnSpPr/>
          <p:nvPr>
            <p:custDataLst>
              <p:tags r:id="rId2"/>
            </p:custDataLst>
          </p:nvPr>
        </p:nvCxnSpPr>
        <p:spPr>
          <a:xfrm>
            <a:off x="314325" y="5254625"/>
            <a:ext cx="128206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5" name="Rounded Rectangle 834"/>
          <p:cNvSpPr/>
          <p:nvPr/>
        </p:nvSpPr>
        <p:spPr>
          <a:xfrm>
            <a:off x="348309" y="3283276"/>
            <a:ext cx="2700000" cy="1175677"/>
          </a:xfrm>
          <a:prstGeom prst="roundRect">
            <a:avLst/>
          </a:prstGeom>
          <a:solidFill>
            <a:srgbClr val="E6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l"/>
            <a:r>
              <a:rPr sz="1100" b="1" dirty="0" err="1">
                <a:solidFill>
                  <a:srgbClr val="003366"/>
                </a:solidFill>
                <a:latin typeface="微软雅黑"/>
              </a:rPr>
              <a:t>一、提升设备全过程贯通水平</a:t>
            </a:r>
            <a:endParaRPr sz="1100" b="1" dirty="0">
              <a:solidFill>
                <a:srgbClr val="003366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拓展实物ID赋码：28类信息设备、53类安全工器具采购源头赋码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11类直流设备98类关键组部件增量100%赋码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500kV+ 4类核心设备组部件存量台账治理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工程物资实物ID扫码收货率达100%</a:t>
            </a:r>
          </a:p>
        </p:txBody>
      </p:sp>
      <p:sp>
        <p:nvSpPr>
          <p:cNvPr id="836" name="Rounded Rectangle 835"/>
          <p:cNvSpPr/>
          <p:nvPr/>
        </p:nvSpPr>
        <p:spPr>
          <a:xfrm>
            <a:off x="3148543" y="4087378"/>
            <a:ext cx="2700000" cy="1332806"/>
          </a:xfrm>
          <a:prstGeom prst="roundRect">
            <a:avLst/>
          </a:prstGeom>
          <a:solidFill>
            <a:srgbClr val="E6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l"/>
            <a:r>
              <a:rPr sz="1100" b="1" dirty="0" err="1">
                <a:solidFill>
                  <a:srgbClr val="003366"/>
                </a:solidFill>
                <a:latin typeface="微软雅黑"/>
              </a:rPr>
              <a:t>二、强化设备质量信息贯通</a:t>
            </a:r>
            <a:endParaRPr sz="1100" b="1" dirty="0">
              <a:solidFill>
                <a:srgbClr val="003366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9类质量信息纳管共享：监造/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抽检</a:t>
            </a:r>
            <a:r>
              <a:rPr sz="900" dirty="0">
                <a:solidFill>
                  <a:srgbClr val="323232"/>
                </a:solidFill>
                <a:latin typeface="微软雅黑"/>
              </a:rPr>
              <a:t>/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验收</a:t>
            </a:r>
            <a:r>
              <a:rPr sz="900" dirty="0">
                <a:solidFill>
                  <a:srgbClr val="323232"/>
                </a:solidFill>
                <a:latin typeface="微软雅黑"/>
              </a:rPr>
              <a:t>/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调试</a:t>
            </a:r>
            <a:r>
              <a:rPr sz="900" dirty="0">
                <a:solidFill>
                  <a:srgbClr val="323232"/>
                </a:solidFill>
                <a:latin typeface="微软雅黑"/>
              </a:rPr>
              <a:t>/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故障等</a:t>
            </a:r>
            <a:endParaRPr sz="900" dirty="0">
              <a:solidFill>
                <a:srgbClr val="323232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规范质量、试验信息录入要求</a:t>
            </a:r>
            <a:endParaRPr sz="900" dirty="0">
              <a:solidFill>
                <a:srgbClr val="323232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供应商不良行为100%线上化规范化管理</a:t>
            </a:r>
          </a:p>
        </p:txBody>
      </p:sp>
      <p:sp>
        <p:nvSpPr>
          <p:cNvPr id="837" name="Rounded Rectangle 836"/>
          <p:cNvSpPr/>
          <p:nvPr/>
        </p:nvSpPr>
        <p:spPr>
          <a:xfrm>
            <a:off x="6200778" y="4045577"/>
            <a:ext cx="2700000" cy="1465141"/>
          </a:xfrm>
          <a:prstGeom prst="roundRect">
            <a:avLst/>
          </a:prstGeom>
          <a:solidFill>
            <a:srgbClr val="E6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l"/>
            <a:r>
              <a:rPr sz="1100" b="1" dirty="0" err="1">
                <a:solidFill>
                  <a:srgbClr val="003366"/>
                </a:solidFill>
                <a:latin typeface="微软雅黑"/>
              </a:rPr>
              <a:t>三、深化设备全过程数据贯通</a:t>
            </a:r>
            <a:endParaRPr sz="1100" b="1" dirty="0">
              <a:solidFill>
                <a:srgbClr val="003366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35kV+设备采购/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试验</a:t>
            </a:r>
            <a:r>
              <a:rPr sz="900" dirty="0">
                <a:solidFill>
                  <a:srgbClr val="323232"/>
                </a:solidFill>
                <a:latin typeface="微软雅黑"/>
              </a:rPr>
              <a:t>/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质量</a:t>
            </a:r>
            <a:r>
              <a:rPr sz="900" dirty="0">
                <a:solidFill>
                  <a:srgbClr val="323232"/>
                </a:solidFill>
                <a:latin typeface="微软雅黑"/>
              </a:rPr>
              <a:t>/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台账</a:t>
            </a:r>
            <a:r>
              <a:rPr sz="900" dirty="0">
                <a:solidFill>
                  <a:srgbClr val="323232"/>
                </a:solidFill>
                <a:latin typeface="微软雅黑"/>
              </a:rPr>
              <a:t>/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资产</a:t>
            </a:r>
            <a:r>
              <a:rPr sz="900" dirty="0">
                <a:solidFill>
                  <a:srgbClr val="323232"/>
                </a:solidFill>
                <a:latin typeface="微软雅黑"/>
              </a:rPr>
              <a:t>/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数据贯通</a:t>
            </a:r>
            <a:endParaRPr sz="900" dirty="0">
              <a:solidFill>
                <a:srgbClr val="323232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基建工程数字化移交规范，深化功能化移交</a:t>
            </a:r>
            <a:endParaRPr sz="900" dirty="0">
              <a:solidFill>
                <a:srgbClr val="323232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直流断路器3类设备+98类组部件参数源端维护共享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35kV+常态化贯通监测，增量数据100%贯通</a:t>
            </a:r>
          </a:p>
        </p:txBody>
      </p:sp>
      <p:sp>
        <p:nvSpPr>
          <p:cNvPr id="838" name="Rounded Rectangle 837"/>
          <p:cNvSpPr/>
          <p:nvPr/>
        </p:nvSpPr>
        <p:spPr>
          <a:xfrm>
            <a:off x="9177675" y="3050661"/>
            <a:ext cx="2700000" cy="1717285"/>
          </a:xfrm>
          <a:prstGeom prst="roundRect">
            <a:avLst/>
          </a:prstGeom>
          <a:solidFill>
            <a:srgbClr val="E6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l"/>
            <a:r>
              <a:rPr sz="1100" b="1" dirty="0" err="1">
                <a:solidFill>
                  <a:srgbClr val="003366"/>
                </a:solidFill>
                <a:latin typeface="微软雅黑"/>
              </a:rPr>
              <a:t>四、提升资产全寿命贯通水平</a:t>
            </a:r>
            <a:endParaRPr sz="1100" b="1" dirty="0">
              <a:solidFill>
                <a:srgbClr val="003366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增量设备账卡物100%一致，存量设备账卡物≥96%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跨单位</a:t>
            </a:r>
            <a:r>
              <a:rPr sz="900" dirty="0">
                <a:solidFill>
                  <a:srgbClr val="323232"/>
                </a:solidFill>
                <a:latin typeface="微软雅黑"/>
              </a:rPr>
              <a:t>/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层级业财链路打通，实物与价值同源管理</a:t>
            </a:r>
            <a:endParaRPr sz="900" dirty="0">
              <a:solidFill>
                <a:srgbClr val="323232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贯通物资</a:t>
            </a:r>
            <a:r>
              <a:rPr sz="900" dirty="0">
                <a:solidFill>
                  <a:srgbClr val="323232"/>
                </a:solidFill>
                <a:latin typeface="微软雅黑"/>
              </a:rPr>
              <a:t>/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经法</a:t>
            </a:r>
            <a:r>
              <a:rPr sz="900" dirty="0">
                <a:solidFill>
                  <a:srgbClr val="323232"/>
                </a:solidFill>
                <a:latin typeface="微软雅黑"/>
              </a:rPr>
              <a:t>/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财务系统，完善技改大修预警机制</a:t>
            </a:r>
            <a:endParaRPr sz="900" dirty="0">
              <a:solidFill>
                <a:srgbClr val="323232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dirty="0">
                <a:solidFill>
                  <a:srgbClr val="323232"/>
                </a:solidFill>
                <a:latin typeface="微软雅黑"/>
              </a:rPr>
              <a:t>• </a:t>
            </a:r>
            <a:r>
              <a:rPr sz="900" dirty="0" err="1">
                <a:solidFill>
                  <a:srgbClr val="323232"/>
                </a:solidFill>
                <a:latin typeface="微软雅黑"/>
              </a:rPr>
              <a:t>成本随业务伴生，运检成本精细反应与自动分摊</a:t>
            </a:r>
            <a:endParaRPr sz="900" dirty="0">
              <a:solidFill>
                <a:srgbClr val="323232"/>
              </a:solidFill>
              <a:latin typeface="微软雅黑"/>
            </a:endParaRPr>
          </a:p>
        </p:txBody>
      </p:sp>
      <p:sp>
        <p:nvSpPr>
          <p:cNvPr id="839" name="TextBox 838"/>
          <p:cNvSpPr txBox="1"/>
          <p:nvPr/>
        </p:nvSpPr>
        <p:spPr>
          <a:xfrm>
            <a:off x="265619" y="1378807"/>
            <a:ext cx="11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 err="1">
                <a:solidFill>
                  <a:srgbClr val="006699"/>
                </a:solidFill>
                <a:latin typeface="微软雅黑"/>
              </a:rPr>
              <a:t>聚焦关键链条，以全链条数据全量汇聚、联接共享和价值挖掘为抓手，着力消除跨专业断点、堵点，以业务贯通协同驱动全链条业务质效提升</a:t>
            </a:r>
            <a:r>
              <a:rPr sz="1000" dirty="0">
                <a:solidFill>
                  <a:srgbClr val="006699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145</Words>
  <Application>Microsoft Office PowerPoint</Application>
  <PresentationFormat>宽屏</PresentationFormat>
  <Paragraphs>24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lzhumy</dc:creator>
  <cp:lastModifiedBy>lzhumy</cp:lastModifiedBy>
  <cp:revision>160</cp:revision>
  <dcterms:created xsi:type="dcterms:W3CDTF">2019-06-19T02:08:00Z</dcterms:created>
  <dcterms:modified xsi:type="dcterms:W3CDTF">2026-08-26T11:39:37Z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565E0BCCB0CF461EA64C7F7775361BC4_11</vt:lpwstr>
  </property>
</Properties>
</file>